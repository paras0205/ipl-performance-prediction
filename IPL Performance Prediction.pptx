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4" r:id="rId6"/>
    <p:sldId id="270" r:id="rId7"/>
    <p:sldId id="272" r:id="rId8"/>
    <p:sldId id="273" r:id="rId9"/>
    <p:sldId id="274" r:id="rId10"/>
    <p:sldId id="275" r:id="rId11"/>
    <p:sldId id="277" r:id="rId12"/>
    <p:sldId id="278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C485C-2FB6-459F-A8C4-FC75A9C4E38C}" v="133" dt="2025-11-12T16:00:56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Dhankhar" userId="22e82ee3a81bcede" providerId="LiveId" clId="{8A91E95D-939C-4660-8D83-E5E8034915A4}"/>
    <pc:docChg chg="undo custSel addSld delSld modSld">
      <pc:chgData name="Paras Dhankhar" userId="22e82ee3a81bcede" providerId="LiveId" clId="{8A91E95D-939C-4660-8D83-E5E8034915A4}" dt="2026-01-06T17:26:00.801" v="978" actId="21"/>
      <pc:docMkLst>
        <pc:docMk/>
      </pc:docMkLst>
      <pc:sldChg chg="addSp delSp modSp mod">
        <pc:chgData name="Paras Dhankhar" userId="22e82ee3a81bcede" providerId="LiveId" clId="{8A91E95D-939C-4660-8D83-E5E8034915A4}" dt="2026-01-06T17:26:00.801" v="978" actId="21"/>
        <pc:sldMkLst>
          <pc:docMk/>
          <pc:sldMk cId="196747136" sldId="256"/>
        </pc:sldMkLst>
        <pc:spChg chg="add del mod">
          <ac:chgData name="Paras Dhankhar" userId="22e82ee3a81bcede" providerId="LiveId" clId="{8A91E95D-939C-4660-8D83-E5E8034915A4}" dt="2026-01-06T17:26:00.801" v="978" actId="21"/>
          <ac:spMkLst>
            <pc:docMk/>
            <pc:sldMk cId="196747136" sldId="256"/>
            <ac:spMk id="8" creationId="{1F49E69D-35E1-19A2-42B6-181941366238}"/>
          </ac:spMkLst>
        </pc:spChg>
      </pc:sldChg>
      <pc:sldChg chg="addSp modSp new mod">
        <pc:chgData name="Paras Dhankhar" userId="22e82ee3a81bcede" providerId="LiveId" clId="{8A91E95D-939C-4660-8D83-E5E8034915A4}" dt="2026-01-06T17:25:43.582" v="977" actId="1035"/>
        <pc:sldMkLst>
          <pc:docMk/>
          <pc:sldMk cId="4162811512" sldId="270"/>
        </pc:sldMkLst>
        <pc:spChg chg="add mod">
          <ac:chgData name="Paras Dhankhar" userId="22e82ee3a81bcede" providerId="LiveId" clId="{8A91E95D-939C-4660-8D83-E5E8034915A4}" dt="2026-01-06T17:25:43.582" v="977" actId="1035"/>
          <ac:spMkLst>
            <pc:docMk/>
            <pc:sldMk cId="4162811512" sldId="270"/>
            <ac:spMk id="5" creationId="{C3538608-DFF0-0F68-A411-8B41A349AA4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8380-1B73-905E-CA19-BCA202368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40A8-BAD7-4602-427A-60E02F207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4F232-A7A1-993F-1578-720376BB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2EA32-2AFA-EFC5-F1A8-9FAFEE5E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9B086-B664-9499-97FC-989C9890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1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D000-876E-EF25-1821-ED12BE49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7958-DAD1-5B55-35D9-4B40677FC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FB93-6519-52E5-81F0-2F774324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4A597-001D-C848-3C67-04C80BB5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C6BD2-6D84-3169-08C8-9FE30FEF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2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FA3F-8F73-5388-1ABC-65363D2F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FA60D-85C7-F7B2-3D34-FD8EBDFC5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BF394-3B41-0701-BC0A-D37D1491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62C22-00F4-8EB8-9966-C7348494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D5FC5-2ACA-4395-2C02-2C7DDEA0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6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6159-DB25-1231-F08B-1BE33620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A5FD-CC95-EEF0-98A3-B27A6B320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58893-B489-2659-6A02-F5268460D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2678F-3BD7-A923-8403-851697BD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D2F5B-71AC-CF84-F69D-913D359E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8CDD5-3CFB-1E0B-A13A-245358BA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0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3A5B-743E-BC9B-75A9-C4465AC3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52A28-04B8-027D-BF88-97E703548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96EE1-408A-27A3-7F78-C43383E1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DCEB71-A23B-2BEA-F668-2E8A04AC8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0C338-6614-6096-FDF8-435C80069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61FC8-052F-9FA9-AE64-74734169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A6EA8-6BDB-0E5F-5885-1136C0C0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CE88E-8155-D005-7A93-ADCCA84E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E2BD-4920-965A-2A9D-17AB89C9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D8E00-4BB6-61DE-DB2D-1E4D4FD7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5D0CA-6CA1-3280-6670-E4C311BB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BEA1A-450B-AD69-8733-829E442B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5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6C166-8E4B-3F21-37DE-EE08D223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30BCB-C8A7-0D93-BF12-0C666439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99AEF-DC94-3D3C-2AA4-90B38949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4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4DF9-BB74-BE38-B238-90E53EEB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583FD-EFEF-8367-02E5-C4EC2A9E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283DC-6833-0B6E-FAAC-E52BCF592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F3E41-92B7-D21B-B031-ED92BDF1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246E9-24B6-EB26-02EE-29D61BA1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67DB7-EF0B-31D9-E57D-5979EF1A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3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51D1-46C3-1E79-FF42-452CA6C17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9F791-0C63-44D1-3B62-AD044D282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3FD3-3E0C-8904-FFA1-A88BF0BAA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3651B-E8C1-0109-2E2F-6F3257F5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AE528-FE28-0D88-79F7-03A4E289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83248-5CF1-AC1E-227A-4A7ED705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6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8DEB-58CD-6C5F-8D21-0C17AFA7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E278D-84EB-E985-688D-FFE83A102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569A-0346-6138-EDF4-626F9412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B3B3-F600-E3BC-0ADD-9EA70A0A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CECA0-D8C2-97F5-B8CC-2160DFF9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5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77D81-6C4B-F821-9EC7-94D050878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5455E-AC20-012B-B00E-30272C51B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AE6D-3FFC-2BD2-87C5-356742DE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D826F-9CAD-5D19-35B1-A1984490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2F3D9-731F-77DE-9E50-27D2A353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5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D5FA4-373A-9D5D-41F3-5E5B4783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D5BBE-A5BF-6671-C309-974E21E46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532FF-92F5-CDE8-35D4-E36A03816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BC8D-8B88-45A6-BEB7-3F56EAE6E4C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09AF1-1389-69BB-5308-1E06C379E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95678-484C-5FA2-F755-3EE6CED2B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26E4A-8CB1-4CD3-B6AF-644124A3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9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trickb1912/ipl-complete-dataset-20082020?select=matches.cs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6348-5C7F-E798-02B7-6F8AA2458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995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IPL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96747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83A-F297-46DC-EBBB-FAD7BA57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8A539-541A-8380-5BA5-7DB253C79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11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Premier League (IPL) is one of the most popular and competitive T20 cricket leagues in the world, known for its thrilling matches, star players, and massive fan base.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historical IPL match data to uncover meaningful patterns, performance trends, and predictive insights using Machine Learning techniques.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 Areas</a:t>
            </a: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📊Trends and patterns across IPL seasons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🏏Team and player performance metrics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🏟️Impact of toss, venue, and match conditions on results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💡Insights derived through Exploratory Data Analysis (EDA), Visualization and Machine Learning</a:t>
            </a: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9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6E4E-ACFA-4BC8-2551-ED7FCA18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D15E-44A3-6463-FA3E-A569289FA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Data: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was collected from publicly available IPL match records, primarily sourced from: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🔗Kaggle: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IPL Complete Dataset (2008-2024)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📅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2008 to 2024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🏏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 1095 matches</a:t>
            </a:r>
          </a:p>
          <a:p>
            <a:pPr marL="0" indent="0">
              <a:buNone/>
            </a:pPr>
            <a:r>
              <a:rPr lang="en-US" sz="1800" b="1" dirty="0"/>
              <a:t>       📈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CSV files containing structured match-level data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31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62B3-E9E9-10DD-104F-AD114C81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7B4AB-F000-9CA7-5DC4-399455F96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🧩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entries in columns like method,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target_runs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result_margin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default values.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/>
              <a:t>🧹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Standardization: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inconsistent team names (e.g.,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Daredevils → Delhi Capitals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clarity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/>
              <a:t>⚙️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from year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match_time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(Afternoon/Evening) based on duplicate dates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8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11E5-56DA-89F6-46D0-C89DA33D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B3CF-4E74-B5A6-8C4F-44B119BB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Season-Based Trends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matches per season (2008–2024)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Performance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successful teams based on total wins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🪙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Impact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how toss decisions (bat/field) affect winning probability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fielding first win ~68% of matches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🏟️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Wankhede, Eden Gardens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most frequent host venues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👑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Insights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“Player of the Match” award winners identified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D9ABF-2BE7-222D-EE31-37A2A77B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960" y="1769745"/>
            <a:ext cx="3418840" cy="28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2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0E87-8643-888E-FE2A-EA42B5CC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BEDAA-E6BE-5132-5827-C2A6ACD9AD78}"/>
              </a:ext>
            </a:extLst>
          </p:cNvPr>
          <p:cNvSpPr/>
          <p:nvPr/>
        </p:nvSpPr>
        <p:spPr>
          <a:xfrm>
            <a:off x="254000" y="1595120"/>
            <a:ext cx="3779520" cy="236728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F5F78-A141-C896-C071-1927851061B4}"/>
              </a:ext>
            </a:extLst>
          </p:cNvPr>
          <p:cNvSpPr/>
          <p:nvPr/>
        </p:nvSpPr>
        <p:spPr>
          <a:xfrm>
            <a:off x="254000" y="4171632"/>
            <a:ext cx="3779520" cy="23672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38608-DFF0-0F68-A411-8B41A349AA47}"/>
              </a:ext>
            </a:extLst>
          </p:cNvPr>
          <p:cNvSpPr/>
          <p:nvPr/>
        </p:nvSpPr>
        <p:spPr>
          <a:xfrm>
            <a:off x="4206240" y="1595120"/>
            <a:ext cx="3779520" cy="23672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85F2C2-5F0E-0664-02A3-8B89BD7398B2}"/>
              </a:ext>
            </a:extLst>
          </p:cNvPr>
          <p:cNvSpPr/>
          <p:nvPr/>
        </p:nvSpPr>
        <p:spPr>
          <a:xfrm>
            <a:off x="4206240" y="4171632"/>
            <a:ext cx="3779520" cy="23672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76BA0-A2E8-89F2-C497-103A5EEC44D5}"/>
              </a:ext>
            </a:extLst>
          </p:cNvPr>
          <p:cNvSpPr/>
          <p:nvPr/>
        </p:nvSpPr>
        <p:spPr>
          <a:xfrm>
            <a:off x="8158480" y="1595120"/>
            <a:ext cx="3779520" cy="23672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D8DC44-DE14-A714-4BE5-285EB3A0A6DF}"/>
              </a:ext>
            </a:extLst>
          </p:cNvPr>
          <p:cNvSpPr/>
          <p:nvPr/>
        </p:nvSpPr>
        <p:spPr>
          <a:xfrm>
            <a:off x="8158480" y="4171632"/>
            <a:ext cx="3779520" cy="236728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1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C259-0E82-00D2-3345-0C14E71B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DA17-3396-20C0-5B70-7F215D99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systems to identify patterns from data and make intelligent predictions.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ML is used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winning IPL team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historical match data (2008–2024).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Classification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predict outcomes using match-related features.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chosen algorithm —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provides high accuracy and interpretability for categorical data.</a:t>
            </a:r>
          </a:p>
        </p:txBody>
      </p:sp>
    </p:spTree>
    <p:extLst>
      <p:ext uri="{BB962C8B-B14F-4D97-AF65-F5344CB8AC3E}">
        <p14:creationId xmlns:p14="http://schemas.microsoft.com/office/powerpoint/2010/main" val="127840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5748-7064-FFF0-2F54-680870B9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&amp; 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029F-B661-95CF-467F-B917A687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categorical data for ML modeling,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applied.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Columns: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team1, team2, winner,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toss_winner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venue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Feature: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toss_decision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{'bat': 1, 'field': 0}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2E18E3-A559-F627-5DDD-E88A5BE8D4E3}"/>
              </a:ext>
            </a:extLst>
          </p:cNvPr>
          <p:cNvSpPr/>
          <p:nvPr/>
        </p:nvSpPr>
        <p:spPr>
          <a:xfrm>
            <a:off x="7132320" y="1825625"/>
            <a:ext cx="4704080" cy="413766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47C8-384E-B333-A099-B9984497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68C10-96FB-8DB2-C93D-4A5743C7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correctly predicted outcomes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correct vs. incorrect team predictions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Precision, recall &amp; F1-score of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Summary: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Classifier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~65%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performance due to match unpredictability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Team, venue &amp; toss features moderately influence outcomes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1F8B83-FEA4-66F0-DB95-15886058FDEA}"/>
              </a:ext>
            </a:extLst>
          </p:cNvPr>
          <p:cNvSpPr/>
          <p:nvPr/>
        </p:nvSpPr>
        <p:spPr>
          <a:xfrm>
            <a:off x="8006080" y="2333624"/>
            <a:ext cx="3576320" cy="285813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0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AB23-C4D1-5B62-AEB3-4ACEECE3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90D2-6C63-C544-60D8-F1F5EA3A8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From Data Analysis (EDA)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matches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steadily (2008–2024)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new teams and venues.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fielding first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 about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matches → chasing advantage.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 (MI)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Super Kings (CSK)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emerged as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consistent teams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Wankhede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Eden Gardens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hosted most matches &amp; often favored chasing sides.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players: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 de Villiers, Chris Gayle, Rohit Sharma lead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of the Match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awards.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From Machine Learning Model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Classifier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~65%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Influencing Features: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Toss Decision, Venue, and Teams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accuracy due to cricket’s unpredictable nature, but reveals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patterns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behind outcomes.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76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F472-4588-C4CB-8027-9D82D7B9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E7A1-1A5C-7E51-1E04-D975D94B7B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Challenges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&amp; inconsistent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variations (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Daredevils → Delhi Capitals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multiple categorical features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among teams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3EA8F-C684-067F-31B3-CA4025ADFD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Solutions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&amp; standardized dataset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categorical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performance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new features (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toss_won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match_time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58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9709-9496-CD28-5C3E-3B56F6AD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ACA07-69BC-9D33-212E-E968733B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Conclusion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1,095 IPL matches (2008–2024)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&amp; ML.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patterns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EDA.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~65% accuracy.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extract insights from sports data.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Future Scope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player-level 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deeper predictions.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Networks).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IPL analytics dashboard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039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BAD31D-37F9-AC97-439D-9C1F0D4EFFD8}"/>
              </a:ext>
            </a:extLst>
          </p:cNvPr>
          <p:cNvSpPr/>
          <p:nvPr/>
        </p:nvSpPr>
        <p:spPr>
          <a:xfrm>
            <a:off x="3997244" y="2967335"/>
            <a:ext cx="490871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749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787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IPL PERFORMANCE ANALYSIS</vt:lpstr>
      <vt:lpstr>Introduction</vt:lpstr>
      <vt:lpstr>Data Collection</vt:lpstr>
      <vt:lpstr>Data Preprocessing</vt:lpstr>
      <vt:lpstr>Exploratory Data Analysis (EDA)</vt:lpstr>
      <vt:lpstr>Data Visualization</vt:lpstr>
      <vt:lpstr>Machine Learning Overview</vt:lpstr>
      <vt:lpstr>Feature Encoding &amp; Data Transformation</vt:lpstr>
      <vt:lpstr>Model Evaluation &amp; Performance Metrics</vt:lpstr>
      <vt:lpstr>Key Insights &amp; Findings</vt:lpstr>
      <vt:lpstr>Challenges &amp; Solutions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Dhankhar</dc:creator>
  <cp:lastModifiedBy>Paras Dhankhar</cp:lastModifiedBy>
  <cp:revision>3</cp:revision>
  <dcterms:created xsi:type="dcterms:W3CDTF">2025-08-07T05:17:03Z</dcterms:created>
  <dcterms:modified xsi:type="dcterms:W3CDTF">2026-05-17T04:58:58Z</dcterms:modified>
</cp:coreProperties>
</file>